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50BE14-0A22-23AC-E22A-4C9FC5742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4AFA43-92E3-8EDF-8F32-F10515A6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67BA2-D9B6-02EA-263D-AC28166A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A6170A-DF57-154D-7D32-5DAC6B8B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DE6434-F31F-736F-692E-86CDAA20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879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129A00-ABDF-115A-83FD-9BA6C435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4F01B5-A571-8A75-2F10-423C868A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72B2FD-46E0-6A9A-3E2D-FF64F35E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F8B5C5-CCFB-F75E-F993-5D41A394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05E08E-AA4A-85F6-0E19-534EF7BF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515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903B81-9032-8311-F3B5-18084037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B1215B-4916-6887-B64B-9FFCB2AD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65156B-ED76-EF40-C5CC-3CAD962F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A5C152-CB4F-E78F-C3D5-7E19DC88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B03919-1CB8-4156-C6AF-0E8C55E3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617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6232DA-5AC7-7C20-B079-0701C40C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C89D48-875E-BFC6-B95E-67BA4AB2B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405604-3F40-3E90-3171-BD4E7C638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A44EA3-5A46-43A8-A718-85200ABB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6C6C53-1490-D59A-FEBA-7FF4EB01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A9F965-545C-8A69-3F61-4441C7F0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523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FE8F37-5A42-06C9-3CD6-6A89A891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4A895F-891D-0B30-D707-84FE1EB97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121E19-A2F8-528D-C81C-821DFB3B7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40442B1-45D5-5AE0-E67E-FAE3DF95C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4DE2922-905A-5261-849C-F6A6C8947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7C51B92-D730-4863-8D66-5C02D05F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6A1F4BC-B96E-0130-455C-1436F61E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9718F89-048B-E739-1534-382293BC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347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EAD81A-5DF5-B82E-9121-04A90F63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D1F8B1B-AE7E-3F45-9317-0A9F3A36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05EE9A3-7490-533F-7005-BA38390B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81CA4D-9E05-258E-9FCA-04F7E4DF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402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EB4CB7-49D5-3040-E9D8-5D0FD62F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B465561-06A0-CE4E-F83A-08F6F6E3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1A3C26-3166-05DB-D17C-8F274322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654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68E20-46C1-A50E-D3BA-A95C0403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2502E2-1CF5-6701-BEBF-78E0F5F27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F88F2E-F432-C271-F224-A5223051F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A73303B-45E0-0D58-8F3A-2FE5A929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72B26E-3823-FBB8-1266-1A1E9E7E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31BCFD-2D14-05B0-7198-5FEDF71B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74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024B4-1C54-8CAD-4728-39AFA1D1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352B2D2-E6ED-B704-4D76-0EF33BF95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6932A4B-AECF-3DAB-686E-19CC83DE4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3CD5C74-84D8-ED31-F864-7DEE028F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B38201-E296-568C-55B4-491B9FBC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E03D21-2D86-2DDD-C2B1-6893CB7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770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B7024E-B875-DADB-07E3-CA688EAA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ACF5D4-759A-2A93-622C-5497018A7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0A2869-8EA0-4023-3EE4-12C5E048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DCC128-5E9F-095D-2561-D9C87AD9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A36794-1462-F64B-5D69-DF93D164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703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5A3F40-D514-5E98-137D-A27725B0F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73FDEE1-C808-0819-37CF-6675A396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CAB8EC-5793-ED99-5278-AD0293C2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89ECE4-3DF1-03B4-0D4E-4F979029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0BFC5E-3C04-A019-66C0-F2E4F0D9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969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5898638-42F0-582D-FE98-2268592F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513454-4146-EEFE-D9ED-45FDD9F81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AB369D-92A2-F259-7036-F4CD79198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ED1F5-C2CA-4BE5-88E6-9B3CCF2FDA16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A1BD5B-7BC4-0798-20A9-AB4AFFD4C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4FD6F5-570A-7EA3-10C3-896D382B2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77C17-8109-4E53-9922-3D94170B10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85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elrep.2023.112574" TargetMode="External"/><Relationship Id="rId2" Type="http://schemas.openxmlformats.org/officeDocument/2006/relationships/hyperlink" Target="https://github.com/suny-downstate-medical-center/M1_NetPyNE_CellReports_202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33D75C-2D63-75AE-DCDC-DDFAEB13C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6400"/>
            <a:ext cx="9144000" cy="965200"/>
          </a:xfrm>
        </p:spPr>
        <p:txBody>
          <a:bodyPr/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 CTC 09/03/2026</a:t>
            </a:r>
          </a:p>
        </p:txBody>
      </p:sp>
    </p:spTree>
    <p:extLst>
      <p:ext uri="{BB962C8B-B14F-4D97-AF65-F5344CB8AC3E}">
        <p14:creationId xmlns:p14="http://schemas.microsoft.com/office/powerpoint/2010/main" val="259147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A3AB59-5E14-9BD1-2A77-BE859915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 fontScale="90000"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472A31-E716-0226-E71D-EB0E8B962472}"/>
              </a:ext>
            </a:extLst>
          </p:cNvPr>
          <p:cNvSpPr txBox="1"/>
          <p:nvPr/>
        </p:nvSpPr>
        <p:spPr>
          <a:xfrm>
            <a:off x="3502152" y="1749469"/>
            <a:ext cx="5187696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Cerebello-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Thalamic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connections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Thalamus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setup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Thalamo-Cortical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 the loop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Spinocerebellar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Ataxia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degeneration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Healthy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vs.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Ataxic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6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B050-3498-08A7-1E56-9F14B4FB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B0DBE7-17FD-E3DF-0EBC-D731BD70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622AB94-B67D-DF88-E547-EEF46B895DB7}"/>
              </a:ext>
            </a:extLst>
          </p:cNvPr>
          <p:cNvSpPr txBox="1"/>
          <p:nvPr/>
        </p:nvSpPr>
        <p:spPr>
          <a:xfrm>
            <a:off x="774192" y="1572768"/>
            <a:ext cx="51876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Cerebello-</a:t>
            </a:r>
            <a:r>
              <a:rPr lang="it-IT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Thalamic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connections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endParaRPr lang="it-IT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25916A4-14DC-C8AF-6F2E-0F9064E81640}"/>
              </a:ext>
            </a:extLst>
          </p:cNvPr>
          <p:cNvSpPr txBox="1"/>
          <p:nvPr/>
        </p:nvSpPr>
        <p:spPr>
          <a:xfrm>
            <a:off x="1441704" y="2372152"/>
            <a:ext cx="775716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Mouse terminal connections from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Gornati et al. (2018)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connectivity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cats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rats</a:t>
            </a:r>
            <a:endParaRPr lang="it-IT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Stuck </a:t>
            </a:r>
            <a:r>
              <a:rPr lang="it-IT" sz="2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it-IT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moment</a:t>
            </a:r>
          </a:p>
        </p:txBody>
      </p:sp>
    </p:spTree>
    <p:extLst>
      <p:ext uri="{BB962C8B-B14F-4D97-AF65-F5344CB8AC3E}">
        <p14:creationId xmlns:p14="http://schemas.microsoft.com/office/powerpoint/2010/main" val="270013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4FED6-8E8C-167F-4B53-5EF63DB9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52D4F6-4DE5-D00E-5928-74F2E898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6CABAE-3AFC-7F43-31E9-737C913A3373}"/>
              </a:ext>
            </a:extLst>
          </p:cNvPr>
          <p:cNvSpPr txBox="1"/>
          <p:nvPr/>
        </p:nvSpPr>
        <p:spPr>
          <a:xfrm>
            <a:off x="774192" y="1572768"/>
            <a:ext cx="51876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Thalamus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Setup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E76125-490E-A4D7-EE71-DEFEB9992CCB}"/>
              </a:ext>
            </a:extLst>
          </p:cNvPr>
          <p:cNvSpPr txBox="1"/>
          <p:nvPr/>
        </p:nvSpPr>
        <p:spPr>
          <a:xfrm>
            <a:off x="1441704" y="2372152"/>
            <a:ext cx="85801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Ventro-Medial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(VM)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lobe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dense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terminals from the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cerebellum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Still thinking of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keeping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reticular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thalamic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the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lobe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POLIMI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thalamic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SNN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it-IT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talk with Francesco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more insights and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advises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152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2CA62-AA9C-BC23-66EC-720464DB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575AD-52F7-334C-412B-949223CB6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6400"/>
            <a:ext cx="9144000" cy="965200"/>
          </a:xfrm>
        </p:spPr>
        <p:txBody>
          <a:bodyPr/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 CTC 24/03/2026</a:t>
            </a:r>
          </a:p>
        </p:txBody>
      </p:sp>
    </p:spTree>
    <p:extLst>
      <p:ext uri="{BB962C8B-B14F-4D97-AF65-F5344CB8AC3E}">
        <p14:creationId xmlns:p14="http://schemas.microsoft.com/office/powerpoint/2010/main" val="206367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14FE-8479-F055-4A18-14933ACF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A07327-FCFA-8A81-8B20-7DA7D6DE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0170FC4-5AEA-C2F8-C7DC-C29F3D34F492}"/>
              </a:ext>
            </a:extLst>
          </p:cNvPr>
          <p:cNvSpPr txBox="1"/>
          <p:nvPr/>
        </p:nvSpPr>
        <p:spPr>
          <a:xfrm>
            <a:off x="774192" y="1572768"/>
            <a:ext cx="51876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Cerebello-</a:t>
            </a:r>
            <a:r>
              <a:rPr lang="it-IT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Thalamic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connections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endParaRPr lang="it-IT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7826982-04F8-50D1-D181-AE2593824405}"/>
                  </a:ext>
                </a:extLst>
              </p:cNvPr>
              <p:cNvSpPr txBox="1"/>
              <p:nvPr/>
            </p:nvSpPr>
            <p:spPr>
              <a:xfrm>
                <a:off x="774192" y="2314279"/>
                <a:ext cx="11290450" cy="3735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Mouse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thalamic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neurons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receive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some DCN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axons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seems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1-5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axons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but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DCN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axons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have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really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high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dendrification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(Gornati et al. 2018)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Considering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Gornati 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over 80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million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boutons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 in a 0.002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𝑚𝑚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volume of VL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 Allen Atlas: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estimated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4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convergence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/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divergence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 in / out </a:t>
                </a:r>
                <a14:m>
                  <m:oMath xmlns:m="http://schemas.openxmlformats.org/officeDocument/2006/math">
                    <m:r>
                      <a:rPr lang="it-IT" sz="24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𝐷𝐶𝑁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_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𝐼𝑁𝐽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𝑇𝐻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_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  <a:sym typeface="Wingdings" panose="05000000000000000000" pitchFamily="2" charset="2"/>
                              </a:rPr>
                              <m:t>𝐼𝑁𝐽</m:t>
                            </m:r>
                          </m:sub>
                        </m:sSub>
                      </m:den>
                    </m:f>
                  </m:oMath>
                </a14:m>
                <a:endParaRPr lang="it-IT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WARNING: I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am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considering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VAL from Allen Atlas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only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VL for the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boutons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from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Gornati’s</a:t>
                </a:r>
                <a:r>
                  <a:rPr lang="it-IT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article</a:t>
                </a:r>
                <a:endParaRPr lang="it-IT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7826982-04F8-50D1-D181-AE2593824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92" y="2314279"/>
                <a:ext cx="11290450" cy="3735446"/>
              </a:xfrm>
              <a:prstGeom prst="rect">
                <a:avLst/>
              </a:prstGeom>
              <a:blipFill>
                <a:blip r:embed="rId2"/>
                <a:stretch>
                  <a:fillRect l="-702" b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1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7A0D-BE1B-AF6E-1343-F8501B9C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D65390-304A-A14F-ED67-6343019D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97E113-29B4-BECB-B5DE-C4D2D595EA9A}"/>
              </a:ext>
            </a:extLst>
          </p:cNvPr>
          <p:cNvSpPr txBox="1"/>
          <p:nvPr/>
        </p:nvSpPr>
        <p:spPr>
          <a:xfrm>
            <a:off x="774192" y="1572768"/>
            <a:ext cx="51876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Thalamus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Setup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E46DD3-6470-99EB-BDAC-07E171C81637}"/>
              </a:ext>
            </a:extLst>
          </p:cNvPr>
          <p:cNvSpPr txBox="1"/>
          <p:nvPr/>
        </p:nvSpPr>
        <p:spPr>
          <a:xfrm>
            <a:off x="1441704" y="2372152"/>
            <a:ext cx="858012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Update: The </a:t>
            </a:r>
            <a:r>
              <a:rPr lang="it-IT" sz="2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Ventro-Lateral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(VL)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lobe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dense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terminals from the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cerebellum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Thinned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no plots,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only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the Network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reconstruction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and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simulation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Milan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adex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Rescaled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neurons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99,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probably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wrong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need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adex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model to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then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analyze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the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thalamic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network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15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699B-4053-1B1F-8D22-593A28C9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FF6E5-C452-220C-0A2B-6E037B75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005584" cy="777875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BF1003-A396-D859-23FA-A790F82AA07D}"/>
              </a:ext>
            </a:extLst>
          </p:cNvPr>
          <p:cNvSpPr txBox="1"/>
          <p:nvPr/>
        </p:nvSpPr>
        <p:spPr>
          <a:xfrm>
            <a:off x="774192" y="1572768"/>
            <a:ext cx="51876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Cortical</a:t>
            </a:r>
            <a:r>
              <a:rPr lang="it-IT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Setup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C91E0C6-CA60-E1DA-3BD0-3E58BCF27816}"/>
              </a:ext>
            </a:extLst>
          </p:cNvPr>
          <p:cNvSpPr txBox="1"/>
          <p:nvPr/>
        </p:nvSpPr>
        <p:spPr>
          <a:xfrm>
            <a:off x="1441704" y="2372152"/>
            <a:ext cx="10376048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networks: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M1 or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multilayer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M1 </a:t>
            </a:r>
            <a:r>
              <a:rPr lang="it-IT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want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the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cortex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itself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from </a:t>
            </a:r>
            <a:r>
              <a:rPr lang="it-IT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https://github.com/suny-downstate-medical-center/M1_NetPyNE_CellReports_2023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EAD37B-34A5-BF1B-F776-8442A626C9AA}"/>
              </a:ext>
            </a:extLst>
          </p:cNvPr>
          <p:cNvSpPr txBox="1"/>
          <p:nvPr/>
        </p:nvSpPr>
        <p:spPr>
          <a:xfrm>
            <a:off x="281978" y="5903803"/>
            <a:ext cx="11628043" cy="799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Dura-Bernal, Salvador, et al. "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Multiscale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of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cortex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circuits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vivo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cell-type-specific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state-</a:t>
            </a:r>
            <a:r>
              <a:rPr lang="it-IT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dynamics." </a:t>
            </a:r>
            <a:r>
              <a:rPr lang="it-IT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 reports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42.6 (2023).  DOI: </a:t>
            </a:r>
            <a:r>
              <a:rPr lang="it-IT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https://doi.org/10.1016/j.celrep.2023.112574</a:t>
            </a:r>
            <a:endParaRPr lang="it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92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330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 Math</vt:lpstr>
      <vt:lpstr>Tema di Office</vt:lpstr>
      <vt:lpstr>Updates CTC 09/03/2026</vt:lpstr>
      <vt:lpstr>Pipeline</vt:lpstr>
      <vt:lpstr>Status</vt:lpstr>
      <vt:lpstr>Status</vt:lpstr>
      <vt:lpstr>Updates CTC 24/03/2026</vt:lpstr>
      <vt:lpstr>Status</vt:lpstr>
      <vt:lpstr>Status</vt:lpstr>
      <vt:lpstr>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Buttarazzi Emiliano</dc:creator>
  <cp:lastModifiedBy>Buttarazzi Emiliano</cp:lastModifiedBy>
  <cp:revision>7</cp:revision>
  <dcterms:created xsi:type="dcterms:W3CDTF">2026-03-09T09:05:05Z</dcterms:created>
  <dcterms:modified xsi:type="dcterms:W3CDTF">2026-03-24T09:19:29Z</dcterms:modified>
</cp:coreProperties>
</file>